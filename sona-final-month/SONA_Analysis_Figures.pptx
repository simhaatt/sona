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ANALYSIS FIGURES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complex mask trades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fidelity for perceptual quality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visual analyses on the 824-clip VoiceBank-DEMAND test 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2637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937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49377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26375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4937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49377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26375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4937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corrections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0" y="49377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26375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4937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correlation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SPECTROGRAMS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masks denoise cleanly; harmonics are preserved</a:t>
            </a:r>
            <a:endParaRPr lang="en-US" sz="2600" dirty="0"/>
          </a:p>
        </p:txBody>
      </p:sp>
      <p:pic>
        <p:nvPicPr>
          <p:cNvPr id="4" name="Image 0" descr="E:\Rohit\FYP\sona-final-month\figures_analysis\spectrogram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1371" y="1508760"/>
            <a:ext cx="6678778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79729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797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56235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noise (top-left) is removed while the harmonic speech structure of the clean target is recovered — the enhancement itself works well. The magnitude and complex outputs look nearly identical to the eye.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Analysis Figures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RECONSTRUCTION ERROR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complex mask leaves less residual</a:t>
            </a:r>
            <a:endParaRPr lang="en-US" sz="2600" dirty="0"/>
          </a:p>
        </p:txBody>
      </p:sp>
      <p:pic>
        <p:nvPicPr>
          <p:cNvPr id="4" name="Image 0" descr="E:\Rohit\FYP\sona-final-month\figures_analysis\error_spect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212" y="1508760"/>
            <a:ext cx="9779097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797296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797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56235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|output − clean| in the T-F plane. Total error energy drops from −12.2 dB (magnitude) to −15.7 dB (complex): a real fidelity gain, concentrated in low-frequency voiced regions — consistent with the +0.31 dB SI-SDR result.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Analysis Figures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PHASE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gain comes from genuine — but small — phase corrections</a:t>
            </a:r>
            <a:endParaRPr lang="en-US" sz="2600" dirty="0"/>
          </a:p>
        </p:txBody>
      </p:sp>
      <p:pic>
        <p:nvPicPr>
          <p:cNvPr id="4" name="Image 0" descr="E:\Rohit\FYP\sona-final-month\figures_analysis\phas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738" y="1508760"/>
            <a:ext cx="8948044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797296"/>
            <a:ext cx="310896" cy="310896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797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56235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 mask's phase shifts point toward the ideal (positive correlation), and reduce phase error on 86% of clips — but the magnitude of the correction is tiny. Small phase gains explain a small SI-SDR gain.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Analysis Figures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METRIC CORRELATION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Fidelity gains do not track perceptual score</a:t>
            </a:r>
            <a:endParaRPr lang="en-US" sz="2600" dirty="0"/>
          </a:p>
        </p:txBody>
      </p:sp>
      <p:pic>
        <p:nvPicPr>
          <p:cNvPr id="4" name="Image 0" descr="E:\Rohit\FYP\sona-final-month\figures_analysis\metric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227" y="1508760"/>
            <a:ext cx="9077066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1F6F8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797296"/>
            <a:ext cx="310896" cy="31089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797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56235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per-clip, most clips gain SI-SDR while PESQ scatters around zero. Right: across 824 clips SI-SDR and PESQ are essentially uncorrelated (r = −0.01). This is why an SI-SDR win need not be a PESQ win.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· Complex Ratio Masking — Analysis Figures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FIGURES SHOW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1280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coherent, honest mechanism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26375C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670048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4871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Denoising works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907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noise removal, harmonics intact (Fig. 1).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26375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670048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4871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reduces error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86600" y="2907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−15.7 vs −12.2 dB residual energy (Fig. 2).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2637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04164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858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small phase fixes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279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 correct, but tiny (Fig. 3).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2637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041648"/>
            <a:ext cx="420624" cy="42062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858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decouple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86600" y="4279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SI-SDR vs PESQ, r = −0.01 (Fig. 4).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8FB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Takeaway:  the complex mask is a real but modest fidelity improvement whose benefit is invisible to PESQ — a measurable fidelity–perceptual trade-off, shown four ways.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2026-07-24T04:25:17Z</dcterms:created>
  <dcterms:modified xsi:type="dcterms:W3CDTF">2026-07-24T04:25:17Z</dcterms:modified>
</cp:coreProperties>
</file>